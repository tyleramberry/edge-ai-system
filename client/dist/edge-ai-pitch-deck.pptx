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20040" cy="320040"/>
          </a:xfrm>
          <a:prstGeom prst="rect">
            <a:avLst/>
          </a:prstGeom>
          <a:solidFill>
            <a:srgbClr val="0F0F0E"/>
          </a:solidFill>
          <a:ln w="12700">
            <a:solidFill>
              <a:srgbClr val="0F0F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AI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457432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1168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Doing It Manually.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AI agent systems for knowledge-work businesses.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0" y="6309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tyleramberry@gmail.com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 is brilliant. They shouldn't be doing this.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291840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spent finding funders, parsing RFPs, and reading documents that could be summarized in seconds.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291840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drafts of LOIs, compliance matrices, and correspondence written from scratch every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194560"/>
            <a:ext cx="3291840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tasks, scheduling follow-ups, and tracking deadlines across email and calendar manually.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832" y="0"/>
            <a:ext cx="4389120" cy="6858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WHAT WE BUILD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work inside your existing tools.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design and deploy custom multi-agent AI systems connected to your Google Workspace — Drive, Gmail, and Calendar. Each agent is trained on your specific workflows and routes work automatically. You keep your tools. We make them intelligent.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2560320"/>
            <a:ext cx="73152" cy="4572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3291840"/>
            <a:ext cx="73152" cy="4572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273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4023360"/>
            <a:ext cx="73152" cy="4572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4005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to live agents in 2–4 weeks.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3474720" cy="54864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map your workflows, identify the highest-value tasks to automate, and design the agent architecture.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3474720" cy="54864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Connect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built, your tools are connected, and the system is trained on your documents and processes.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Tune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goes live. We monitor, refine, and tune based on real usage. Ongoing support included.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 Advisors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writing &amp; government contracting firm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4552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Four-agent AI system (Business, Grant, Contracting, Personal)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Connected to Google Drive, Gmail, and Calendar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Auto-routes messages to the right specialist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Deployed on Railway + Vercel in under 4 weeks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STOPPED DOING MANUALLY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240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Writing LOI first drafts from scratch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Parsing RFPs into compliance matrices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Scheduling and calendar coordination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474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Searching Drive for relevant past documents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81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2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at edge-ai-system.vercel.app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THE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team stops doing manually.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Writing first drafts of proposals and correspondence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Parsing RFPs and building compliance matrices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Searching for documents across Drive folders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Scheduling and rescheduling meetings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2011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Routing tasks to the right person or 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Summarizing email threads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3017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Tracking grant deadlines and follow-ups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Re-explaining context to every new tool you 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handle the repetitive layer. Your team handles the judgment calls.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PROCESS &amp; 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work together.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0" y="18745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 + workflow audit. We document your highest-value tasks and design the agent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4552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6060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 Agents developed, Google Workspace connected, knowledge base loaded.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1274552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33375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feedback. You use the system, we tune based on real inputs.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1274552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40690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live. Full deployment with documentation and async support.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11274552" cy="18288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engagement: 2–4 weeks from signed agreement to live system.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INVESTMENT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to your needs.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3474720" cy="54864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Single-agent system, one workflow, Google Workspace connected.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$3,500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347472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3474720" cy="54864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 (2–4 agents), full workflow mapping, ongoing tuning.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$7,500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architecture, unlimited agents, dedicated support.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engagements include a free 30-minute discovery call.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figure out what to automate first.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free 30-minute discovery call. We'll map your top three manual workflows and show you exactly what agents can take off your plate.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18304" y="3840480"/>
            <a:ext cx="2743200" cy="5486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18304" y="39136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Discovery 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61104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tyleramberry@gmail.com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6309360"/>
            <a:ext cx="320040" cy="320040"/>
          </a:xfrm>
          <a:prstGeom prst="rect">
            <a:avLst/>
          </a:prstGeom>
          <a:solidFill>
            <a:srgbClr val="0F0F0E"/>
          </a:solidFill>
          <a:ln w="12700">
            <a:solidFill>
              <a:srgbClr val="0F0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327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Solutions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AI Solutions — Pitch Deck</dc:title>
  <dc:subject>PptxGenJS Presentation</dc:subject>
  <dc:creator>PptxGenJS</dc:creator>
  <cp:lastModifiedBy>PptxGenJS</cp:lastModifiedBy>
  <cp:revision>1</cp:revision>
  <dcterms:created xsi:type="dcterms:W3CDTF">2026-05-11T18:02:55Z</dcterms:created>
  <dcterms:modified xsi:type="dcterms:W3CDTF">2026-05-11T18:02:55Z</dcterms:modified>
</cp:coreProperties>
</file>